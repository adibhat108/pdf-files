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CF071B-4DEC-49C3-90C2-8406802AE639}" v="1507" dt="2020-01-06T17:29:10.991"/>
    <p1510:client id="{798C2BB8-2587-47F4-91E5-1E35EA93F90E}" v="2" dt="2020-11-03T11:59:08.816"/>
    <p1510:client id="{C86D8EB4-F538-48DC-ACF7-C5797C4ED2A4}" v="389" dt="2020-11-03T11:11:29.488"/>
    <p1510:client id="{EBA1776D-1513-4905-B0BE-1E6CA0BC5293}" v="18" dt="2020-11-03T11:48:37.7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10" autoAdjust="0"/>
    <p:restoredTop sz="94015" autoAdjust="0"/>
  </p:normalViewPr>
  <p:slideViewPr>
    <p:cSldViewPr snapToGrid="0">
      <p:cViewPr varScale="1">
        <p:scale>
          <a:sx n="69" d="100"/>
          <a:sy n="69" d="100"/>
        </p:scale>
        <p:origin x="-822" y="-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798C2BB8-2587-47F4-91E5-1E35EA93F90E}"/>
    <pc:docChg chg="modSld">
      <pc:chgData name="" userId="" providerId="" clId="Web-{798C2BB8-2587-47F4-91E5-1E35EA93F90E}" dt="2020-11-03T11:59:08.816" v="1"/>
      <pc:docMkLst>
        <pc:docMk/>
      </pc:docMkLst>
      <pc:sldChg chg="modSp">
        <pc:chgData name="" userId="" providerId="" clId="Web-{798C2BB8-2587-47F4-91E5-1E35EA93F90E}" dt="2020-11-03T11:59:08.816" v="1"/>
        <pc:sldMkLst>
          <pc:docMk/>
          <pc:sldMk cId="2560945583" sldId="264"/>
        </pc:sldMkLst>
        <pc:graphicFrameChg chg="mod modGraphic">
          <ac:chgData name="" userId="" providerId="" clId="Web-{798C2BB8-2587-47F4-91E5-1E35EA93F90E}" dt="2020-11-03T11:59:08.816" v="1"/>
          <ac:graphicFrameMkLst>
            <pc:docMk/>
            <pc:sldMk cId="2560945583" sldId="264"/>
            <ac:graphicFrameMk id="14" creationId="{00000000-0000-0000-0000-000000000000}"/>
          </ac:graphicFrameMkLst>
        </pc:graphicFrameChg>
      </pc:sldChg>
    </pc:docChg>
  </pc:docChgLst>
  <pc:docChgLst>
    <pc:chgData clId="Web-{C86D8EB4-F538-48DC-ACF7-C5797C4ED2A4}"/>
    <pc:docChg chg="modSld">
      <pc:chgData name="" userId="" providerId="" clId="Web-{C86D8EB4-F538-48DC-ACF7-C5797C4ED2A4}" dt="2020-11-03T11:11:13.363" v="381"/>
      <pc:docMkLst>
        <pc:docMk/>
      </pc:docMkLst>
      <pc:sldChg chg="addSp delSp modSp">
        <pc:chgData name="" userId="" providerId="" clId="Web-{C86D8EB4-F538-48DC-ACF7-C5797C4ED2A4}" dt="2020-11-03T11:11:13.363" v="381"/>
        <pc:sldMkLst>
          <pc:docMk/>
          <pc:sldMk cId="2560945583" sldId="264"/>
        </pc:sldMkLst>
        <pc:spChg chg="mod">
          <ac:chgData name="" userId="" providerId="" clId="Web-{C86D8EB4-F538-48DC-ACF7-C5797C4ED2A4}" dt="2020-11-03T10:00:01.788" v="9" actId="20577"/>
          <ac:spMkLst>
            <pc:docMk/>
            <pc:sldMk cId="2560945583" sldId="264"/>
            <ac:spMk id="3" creationId="{00000000-0000-0000-0000-000000000000}"/>
          </ac:spMkLst>
        </pc:spChg>
        <pc:spChg chg="mod">
          <ac:chgData name="" userId="" providerId="" clId="Web-{C86D8EB4-F538-48DC-ACF7-C5797C4ED2A4}" dt="2020-11-03T10:33:18.949" v="339" actId="20577"/>
          <ac:spMkLst>
            <pc:docMk/>
            <pc:sldMk cId="2560945583" sldId="264"/>
            <ac:spMk id="7" creationId="{00000000-0000-0000-0000-000000000000}"/>
          </ac:spMkLst>
        </pc:spChg>
        <pc:graphicFrameChg chg="mod modGraphic">
          <ac:chgData name="" userId="" providerId="" clId="Web-{C86D8EB4-F538-48DC-ACF7-C5797C4ED2A4}" dt="2020-11-03T11:11:13.363" v="381"/>
          <ac:graphicFrameMkLst>
            <pc:docMk/>
            <pc:sldMk cId="2560945583" sldId="264"/>
            <ac:graphicFrameMk id="14" creationId="{00000000-0000-0000-0000-000000000000}"/>
          </ac:graphicFrameMkLst>
        </pc:graphicFrameChg>
        <pc:picChg chg="del">
          <ac:chgData name="" userId="" providerId="" clId="Web-{C86D8EB4-F538-48DC-ACF7-C5797C4ED2A4}" dt="2020-11-03T10:00:10.710" v="10"/>
          <ac:picMkLst>
            <pc:docMk/>
            <pc:sldMk cId="2560945583" sldId="264"/>
            <ac:picMk id="2" creationId="{00000000-0000-0000-0000-000000000000}"/>
          </ac:picMkLst>
        </pc:picChg>
        <pc:picChg chg="add mod">
          <ac:chgData name="" userId="" providerId="" clId="Web-{C86D8EB4-F538-48DC-ACF7-C5797C4ED2A4}" dt="2020-11-03T10:01:30.522" v="17" actId="1076"/>
          <ac:picMkLst>
            <pc:docMk/>
            <pc:sldMk cId="2560945583" sldId="264"/>
            <ac:picMk id="4" creationId="{A1641B20-DFE0-4A57-9C44-E852EF261328}"/>
          </ac:picMkLst>
        </pc:picChg>
      </pc:sldChg>
    </pc:docChg>
  </pc:docChgLst>
  <pc:docChgLst>
    <pc:chgData name="Sharma, Uttam (Cognizant)" userId="S::884548@cognizant.com::be8cc394-dfa8-4922-aea3-8458207fe07e" providerId="AD" clId="Web-{EBA1776D-1513-4905-B0BE-1E6CA0BC5293}"/>
    <pc:docChg chg="modSld">
      <pc:chgData name="Sharma, Uttam (Cognizant)" userId="S::884548@cognizant.com::be8cc394-dfa8-4922-aea3-8458207fe07e" providerId="AD" clId="Web-{EBA1776D-1513-4905-B0BE-1E6CA0BC5293}" dt="2020-11-03T11:48:37.717" v="17"/>
      <pc:docMkLst>
        <pc:docMk/>
      </pc:docMkLst>
      <pc:sldChg chg="modSp">
        <pc:chgData name="Sharma, Uttam (Cognizant)" userId="S::884548@cognizant.com::be8cc394-dfa8-4922-aea3-8458207fe07e" providerId="AD" clId="Web-{EBA1776D-1513-4905-B0BE-1E6CA0BC5293}" dt="2020-11-03T11:48:37.717" v="17"/>
        <pc:sldMkLst>
          <pc:docMk/>
          <pc:sldMk cId="2560945583" sldId="264"/>
        </pc:sldMkLst>
        <pc:graphicFrameChg chg="mod modGraphic">
          <ac:chgData name="Sharma, Uttam (Cognizant)" userId="S::884548@cognizant.com::be8cc394-dfa8-4922-aea3-8458207fe07e" providerId="AD" clId="Web-{EBA1776D-1513-4905-B0BE-1E6CA0BC5293}" dt="2020-11-03T11:48:37.717" v="17"/>
          <ac:graphicFrameMkLst>
            <pc:docMk/>
            <pc:sldMk cId="2560945583" sldId="264"/>
            <ac:graphicFrameMk id="14" creationId="{00000000-0000-0000-0000-000000000000}"/>
          </ac:graphicFrameMkLst>
        </pc:graphicFrameChg>
      </pc:sldChg>
    </pc:docChg>
  </pc:docChgLst>
  <pc:docChgLst>
    <pc:chgData clId="Web-{56CF071B-4DEC-49C3-90C2-8406802AE639}"/>
    <pc:docChg chg="modSld">
      <pc:chgData name="" userId="" providerId="" clId="Web-{56CF071B-4DEC-49C3-90C2-8406802AE639}" dt="2020-01-06T17:28:49.287" v="1499"/>
      <pc:docMkLst>
        <pc:docMk/>
      </pc:docMkLst>
      <pc:sldChg chg="delSp modSp">
        <pc:chgData name="" userId="" providerId="" clId="Web-{56CF071B-4DEC-49C3-90C2-8406802AE639}" dt="2020-01-06T17:28:49.287" v="1499"/>
        <pc:sldMkLst>
          <pc:docMk/>
          <pc:sldMk cId="2560945583" sldId="264"/>
        </pc:sldMkLst>
        <pc:spChg chg="mod">
          <ac:chgData name="" userId="" providerId="" clId="Web-{56CF071B-4DEC-49C3-90C2-8406802AE639}" dt="2020-01-06T16:35:43.130" v="10" actId="20577"/>
          <ac:spMkLst>
            <pc:docMk/>
            <pc:sldMk cId="2560945583" sldId="264"/>
            <ac:spMk id="3" creationId="{00000000-0000-0000-0000-000000000000}"/>
          </ac:spMkLst>
        </pc:spChg>
        <pc:spChg chg="mod">
          <ac:chgData name="" userId="" providerId="" clId="Web-{56CF071B-4DEC-49C3-90C2-8406802AE639}" dt="2020-01-06T16:47:23.680" v="291" actId="20577"/>
          <ac:spMkLst>
            <pc:docMk/>
            <pc:sldMk cId="2560945583" sldId="264"/>
            <ac:spMk id="7" creationId="{00000000-0000-0000-0000-000000000000}"/>
          </ac:spMkLst>
        </pc:spChg>
        <pc:graphicFrameChg chg="mod modGraphic">
          <ac:chgData name="" userId="" providerId="" clId="Web-{56CF071B-4DEC-49C3-90C2-8406802AE639}" dt="2020-01-06T17:28:49.287" v="1499"/>
          <ac:graphicFrameMkLst>
            <pc:docMk/>
            <pc:sldMk cId="2560945583" sldId="264"/>
            <ac:graphicFrameMk id="14" creationId="{00000000-0000-0000-0000-000000000000}"/>
          </ac:graphicFrameMkLst>
        </pc:graphicFrameChg>
        <pc:picChg chg="del">
          <ac:chgData name="" userId="" providerId="" clId="Web-{56CF071B-4DEC-49C3-90C2-8406802AE639}" dt="2020-01-06T16:35:14.161" v="3"/>
          <ac:picMkLst>
            <pc:docMk/>
            <pc:sldMk cId="2560945583" sldId="264"/>
            <ac:picMk id="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D8C63-BCA2-4E0C-BBC4-BBF5B04D62B0}" type="datetimeFigureOut">
              <a:rPr lang="en-US" smtClean="0"/>
              <a:pPr/>
              <a:t>5/12/2021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A2A5D7-4A32-4046-8FF2-94D3CEF349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53883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24CA24-44E7-4B7E-8768-58BD0B06F8A0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="" xmlns:p14="http://schemas.microsoft.com/office/powerpoint/2010/main" val="3485102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1B74A-14AF-4055-8F0C-96ABE0D9E7C6}" type="datetimeFigureOut">
              <a:rPr lang="en-US" smtClean="0"/>
              <a:pPr/>
              <a:t>5/12/2021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E7D92-BDB6-4E04-925E-0F6E2BC53F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650008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1B74A-14AF-4055-8F0C-96ABE0D9E7C6}" type="datetimeFigureOut">
              <a:rPr lang="en-US" smtClean="0"/>
              <a:pPr/>
              <a:t>5/12/2021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E7D92-BDB6-4E04-925E-0F6E2BC53F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75761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1B74A-14AF-4055-8F0C-96ABE0D9E7C6}" type="datetimeFigureOut">
              <a:rPr lang="en-US" smtClean="0"/>
              <a:pPr/>
              <a:t>5/12/2021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E7D92-BDB6-4E04-925E-0F6E2BC53F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904176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1B74A-14AF-4055-8F0C-96ABE0D9E7C6}" type="datetimeFigureOut">
              <a:rPr lang="en-US" smtClean="0"/>
              <a:pPr/>
              <a:t>5/12/2021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E7D92-BDB6-4E04-925E-0F6E2BC53F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60293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1B74A-14AF-4055-8F0C-96ABE0D9E7C6}" type="datetimeFigureOut">
              <a:rPr lang="en-US" smtClean="0"/>
              <a:pPr/>
              <a:t>5/12/2021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E7D92-BDB6-4E04-925E-0F6E2BC53F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183874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1B74A-14AF-4055-8F0C-96ABE0D9E7C6}" type="datetimeFigureOut">
              <a:rPr lang="en-US" smtClean="0"/>
              <a:pPr/>
              <a:t>5/12/2021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E7D92-BDB6-4E04-925E-0F6E2BC53F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214681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1B74A-14AF-4055-8F0C-96ABE0D9E7C6}" type="datetimeFigureOut">
              <a:rPr lang="en-US" smtClean="0"/>
              <a:pPr/>
              <a:t>5/12/2021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E7D92-BDB6-4E04-925E-0F6E2BC53F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850269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1B74A-14AF-4055-8F0C-96ABE0D9E7C6}" type="datetimeFigureOut">
              <a:rPr lang="en-US" smtClean="0"/>
              <a:pPr/>
              <a:t>5/12/2021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E7D92-BDB6-4E04-925E-0F6E2BC53F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042115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1B74A-14AF-4055-8F0C-96ABE0D9E7C6}" type="datetimeFigureOut">
              <a:rPr lang="en-US" smtClean="0"/>
              <a:pPr/>
              <a:t>5/12/2021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E7D92-BDB6-4E04-925E-0F6E2BC53F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1370078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1B74A-14AF-4055-8F0C-96ABE0D9E7C6}" type="datetimeFigureOut">
              <a:rPr lang="en-US" smtClean="0"/>
              <a:pPr/>
              <a:t>5/12/2021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E7D92-BDB6-4E04-925E-0F6E2BC53F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149671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1B74A-14AF-4055-8F0C-96ABE0D9E7C6}" type="datetimeFigureOut">
              <a:rPr lang="en-US" smtClean="0"/>
              <a:pPr/>
              <a:t>5/12/2021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E7D92-BDB6-4E04-925E-0F6E2BC53F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685107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er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2AB80A-78BA-6B42-BA0D-B44ACF890F5A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5821" y="330261"/>
            <a:ext cx="11286649" cy="607259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Header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19810" y="1325977"/>
            <a:ext cx="11281124" cy="4374089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3733">
                <a:solidFill>
                  <a:srgbClr val="141414"/>
                </a:solidFill>
              </a:defRPr>
            </a:lvl1pPr>
            <a:lvl2pPr marL="304784" indent="-302670">
              <a:buClr>
                <a:schemeClr val="accent2"/>
              </a:buClr>
              <a:buFont typeface="Arial"/>
              <a:buChar char="•"/>
              <a:defRPr sz="3200">
                <a:solidFill>
                  <a:srgbClr val="141414"/>
                </a:solidFill>
              </a:defRPr>
            </a:lvl2pPr>
            <a:lvl3pPr marL="383098" indent="-222240">
              <a:buClr>
                <a:schemeClr val="accent2"/>
              </a:buClr>
              <a:buFont typeface="Arial"/>
              <a:buChar char="•"/>
              <a:defRPr sz="2667">
                <a:solidFill>
                  <a:srgbClr val="141414"/>
                </a:solidFill>
              </a:defRPr>
            </a:lvl3pPr>
            <a:lvl4pPr marL="524907" indent="-234939">
              <a:buClr>
                <a:schemeClr val="accent2"/>
              </a:buClr>
              <a:buFont typeface="Arial"/>
              <a:buChar char="•"/>
              <a:defRPr sz="2400">
                <a:solidFill>
                  <a:srgbClr val="141414"/>
                </a:solidFill>
              </a:defRPr>
            </a:lvl4pPr>
            <a:lvl5pPr marL="683650" indent="-234939">
              <a:buClr>
                <a:schemeClr val="accent2"/>
              </a:buClr>
              <a:buFont typeface="Arial"/>
              <a:buChar char="•"/>
              <a:defRPr sz="2400">
                <a:solidFill>
                  <a:srgbClr val="141414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544292" y="317500"/>
            <a:ext cx="11151809" cy="0"/>
          </a:xfrm>
          <a:prstGeom prst="line">
            <a:avLst/>
          </a:prstGeom>
          <a:ln w="6350" cmpd="sng">
            <a:gradFill flip="none" rotWithShape="1">
              <a:gsLst>
                <a:gs pos="25000">
                  <a:srgbClr val="008109"/>
                </a:gs>
                <a:gs pos="100000">
                  <a:srgbClr val="0099FF"/>
                </a:gs>
              </a:gsLst>
              <a:lin ang="0" scaled="1"/>
              <a:tileRect/>
            </a:gradFill>
            <a:bevel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3187796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1B74A-14AF-4055-8F0C-96ABE0D9E7C6}" type="datetimeFigureOut">
              <a:rPr lang="en-US" smtClean="0"/>
              <a:pPr/>
              <a:t>5/12/2021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E7D92-BDB6-4E04-925E-0F6E2BC53F5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937593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4838" y="286318"/>
            <a:ext cx="11286649" cy="543492"/>
          </a:xfrm>
        </p:spPr>
        <p:txBody>
          <a:bodyPr>
            <a:noAutofit/>
          </a:bodyPr>
          <a:lstStyle/>
          <a:p>
            <a:r>
              <a:rPr lang="en-US" sz="2400" dirty="0" smtClean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J </a:t>
            </a:r>
            <a:r>
              <a:rPr lang="en-US" sz="2400" dirty="0" err="1" smtClean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Adithya</a:t>
            </a:r>
            <a:r>
              <a:rPr lang="en-US" sz="2400" dirty="0" smtClean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 </a:t>
            </a:r>
            <a:r>
              <a:rPr lang="en-US" sz="2400" dirty="0" err="1" smtClean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Bhat</a:t>
            </a:r>
            <a:r>
              <a:rPr lang="en-US" sz="2400" dirty="0" smtClean="0">
                <a:solidFill>
                  <a:schemeClr val="accent1"/>
                </a:solidFill>
                <a:latin typeface="Verdana"/>
                <a:ea typeface="Verdana"/>
                <a:cs typeface="Verdana"/>
              </a:rPr>
              <a:t>:</a:t>
            </a:r>
            <a:endParaRPr lang="en-US" sz="2400" b="1" i="1" dirty="0">
              <a:solidFill>
                <a:schemeClr val="accent1"/>
              </a:solidFill>
              <a:latin typeface="Verdana"/>
              <a:ea typeface="Verdana"/>
              <a:cs typeface="Verdana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840013309"/>
              </p:ext>
            </p:extLst>
          </p:nvPr>
        </p:nvGraphicFramePr>
        <p:xfrm>
          <a:off x="354838" y="1911040"/>
          <a:ext cx="11655194" cy="5049432"/>
        </p:xfrm>
        <a:graphic>
          <a:graphicData uri="http://schemas.openxmlformats.org/drawingml/2006/table">
            <a:tbl>
              <a:tblPr firstRow="1" bandRow="1"/>
              <a:tblGrid>
                <a:gridCol w="268861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96658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6095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609570" algn="l" defTabSz="6095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219139" algn="l" defTabSz="6095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828709" algn="l" defTabSz="6095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438278" algn="l" defTabSz="6095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3047848" algn="l" defTabSz="6095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657417" algn="l" defTabSz="6095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4266987" algn="l" defTabSz="6095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876557" algn="l" defTabSz="6095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l" defTabSz="914400" rtl="0" eaLnBrk="0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Clr>
                          <a:srgbClr val="5D7B9A"/>
                        </a:buClr>
                        <a:buSzTx/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ja-JP" sz="1100" b="1" kern="1200" dirty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AREAS OF EXPERTISE</a:t>
                      </a:r>
                    </a:p>
                  </a:txBody>
                  <a:tcPr marL="0" marR="45720">
                    <a:lnL w="12700" cmpd="sng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3E9A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E9A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algn="l" defTabSz="6095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1pPr>
                      <a:lvl2pPr marL="609570" algn="l" defTabSz="6095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2pPr>
                      <a:lvl3pPr marL="1219139" algn="l" defTabSz="6095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3pPr>
                      <a:lvl4pPr marL="1828709" algn="l" defTabSz="6095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4pPr>
                      <a:lvl5pPr marL="2438278" algn="l" defTabSz="6095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5pPr>
                      <a:lvl6pPr marL="3047848" algn="l" defTabSz="6095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6pPr>
                      <a:lvl7pPr marL="3657417" algn="l" defTabSz="6095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7pPr>
                      <a:lvl8pPr marL="4266987" algn="l" defTabSz="6095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8pPr>
                      <a:lvl9pPr marL="4876557" algn="l" defTabSz="609570" rtl="0" eaLnBrk="1" latinLnBrk="0" hangingPunct="1">
                        <a:defRPr sz="2400" b="1" kern="1200">
                          <a:solidFill>
                            <a:schemeClr val="lt1"/>
                          </a:solidFill>
                          <a:latin typeface="Verdana"/>
                        </a:defRPr>
                      </a:lvl9pPr>
                    </a:lstStyle>
                    <a:p>
                      <a:pPr marL="0" marR="0" lvl="0" indent="0" algn="just" defTabSz="914400" rtl="0" eaLnBrk="0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Clr>
                          <a:srgbClr val="5D7B9A"/>
                        </a:buClr>
                        <a:buSzTx/>
                        <a:buFont typeface="Arial" panose="020B0604020202020204" pitchFamily="34" charset="0"/>
                        <a:buNone/>
                        <a:tabLst>
                          <a:tab pos="457200" algn="l"/>
                        </a:tabLst>
                        <a:defRPr/>
                      </a:pPr>
                      <a:r>
                        <a:rPr lang="en-US" altLang="ja-JP" sz="1100" b="1" kern="12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Verdana"/>
                          <a:ea typeface="Verdana"/>
                          <a:cs typeface="Verdana" panose="020B0604030504040204" pitchFamily="34" charset="0"/>
                        </a:rPr>
                        <a:t>RECENT</a:t>
                      </a:r>
                      <a:r>
                        <a:rPr lang="en-US" altLang="ja-JP" sz="1100" b="1" kern="1200" baseline="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Verdana"/>
                          <a:ea typeface="Verdana"/>
                          <a:cs typeface="Verdana" panose="020B0604030504040204" pitchFamily="34" charset="0"/>
                        </a:rPr>
                        <a:t> </a:t>
                      </a:r>
                      <a:r>
                        <a:rPr lang="en-US" altLang="ja-JP" sz="1100" b="1" kern="1200" dirty="0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Verdana"/>
                          <a:ea typeface="Verdana"/>
                          <a:cs typeface="Verdana" panose="020B0604030504040204" pitchFamily="34" charset="0"/>
                        </a:rPr>
                        <a:t>REPRESENTATIVE </a:t>
                      </a:r>
                      <a:r>
                        <a:rPr lang="en-US" altLang="ja-JP" sz="1100" b="1" kern="12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Verdana"/>
                          <a:ea typeface="Verdana"/>
                          <a:cs typeface="Verdana" panose="020B0604030504040204" pitchFamily="34" charset="0"/>
                        </a:rPr>
                        <a:t>ENGAGEMENTS</a:t>
                      </a: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altLang="ja-JP" sz="1100" b="1" kern="1200" dirty="0" err="1" smtClean="0"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Surelearning</a:t>
                      </a:r>
                      <a:r>
                        <a:rPr lang="en-US" altLang="ja-JP" sz="1100" b="1" kern="1200" baseline="0" dirty="0" smtClean="0"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 </a:t>
                      </a:r>
                      <a:r>
                        <a:rPr lang="en-US" altLang="ja-JP" sz="1100" b="1" kern="1200" dirty="0" smtClean="0"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– </a:t>
                      </a:r>
                      <a:r>
                        <a:rPr lang="en-US" altLang="ja-JP" sz="1100" b="1" kern="1200" dirty="0"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(</a:t>
                      </a:r>
                      <a:r>
                        <a:rPr lang="en-US" sz="1100" b="1" i="0" u="none" strike="noStrike" kern="1200" noProof="0" dirty="0">
                          <a:solidFill>
                            <a:schemeClr val="tx1"/>
                          </a:solidFill>
                        </a:rPr>
                        <a:t>React JS, </a:t>
                      </a:r>
                      <a:r>
                        <a:rPr lang="en-US" sz="1100" b="1" i="0" u="none" strike="noStrike" kern="1200" noProof="0" dirty="0" err="1" smtClean="0">
                          <a:solidFill>
                            <a:schemeClr val="tx1"/>
                          </a:solidFill>
                        </a:rPr>
                        <a:t>Redux</a:t>
                      </a:r>
                      <a:r>
                        <a:rPr lang="en-US" sz="1100" b="1" i="0" u="none" strike="noStrike" kern="1200" noProof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sz="1100" b="1" i="0" u="none" strike="noStrike" kern="1200" baseline="0" noProof="0" dirty="0" smtClean="0">
                          <a:solidFill>
                            <a:schemeClr val="tx1"/>
                          </a:solidFill>
                        </a:rPr>
                        <a:t> Material UI </a:t>
                      </a:r>
                      <a:r>
                        <a:rPr lang="en-US" sz="1100" b="1" i="0" u="none" strike="noStrike" kern="1200" noProof="0" dirty="0" smtClean="0">
                          <a:solidFill>
                            <a:schemeClr val="tx1"/>
                          </a:solidFill>
                        </a:rPr>
                        <a:t>–Client</a:t>
                      </a:r>
                      <a:r>
                        <a:rPr lang="en-US" sz="1100" b="1" i="0" u="none" strike="noStrike" kern="1200" baseline="0" noProof="0" dirty="0" smtClean="0">
                          <a:solidFill>
                            <a:schemeClr val="tx1"/>
                          </a:solidFill>
                        </a:rPr>
                        <a:t> :  Orchids International School</a:t>
                      </a:r>
                      <a:r>
                        <a:rPr lang="en-US" altLang="ja-JP" sz="1100" b="1" kern="1200" dirty="0" smtClean="0"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)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6095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kern="1200" baseline="0" noProof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 web app that allows teachers of the registered schools to take online courses.</a:t>
                      </a:r>
                      <a:endParaRPr 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  <a:p>
                      <a:pPr marL="0" marR="0" lvl="0" indent="0" algn="just" defTabSz="609570" rtl="0" eaLnBrk="0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Clr>
                          <a:srgbClr val="5D7B9A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ja-JP" sz="1100" b="0" kern="1200" baseline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baseline="0" noProof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Responsibilities</a:t>
                      </a:r>
                      <a:r>
                        <a:rPr lang="en-US" sz="1100" b="0" i="0" u="none" strike="noStrike" kern="1200" baseline="0" noProof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:</a:t>
                      </a:r>
                      <a:endParaRPr 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baseline="0" noProof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● Developed, tested and deployed functional user interfaces for various pages that included API calls, table display, state handling, etc.</a:t>
                      </a:r>
                      <a:endParaRPr 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baseline="0" noProof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● </a:t>
                      </a:r>
                      <a:r>
                        <a:rPr lang="en-US" sz="1100" b="0" i="0" u="none" strike="noStrike" kern="1200" baseline="0" noProof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Setup </a:t>
                      </a:r>
                      <a:r>
                        <a:rPr lang="en-US" sz="1100" b="0" i="0" u="none" strike="noStrike" kern="1200" baseline="0" noProof="0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redux</a:t>
                      </a:r>
                      <a:r>
                        <a:rPr lang="en-US" sz="1100" b="0" i="0" u="none" strike="noStrike" kern="1200" baseline="0" noProof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store to maintain global state application-wide.</a:t>
                      </a:r>
                      <a:endParaRPr 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baseline="0" noProof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● </a:t>
                      </a:r>
                      <a:r>
                        <a:rPr lang="en-US" sz="1100" b="0" i="0" u="none" strike="noStrike" kern="1200" baseline="0" noProof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Coordinated </a:t>
                      </a:r>
                      <a:r>
                        <a:rPr lang="en-US" sz="1100" b="0" i="0" u="none" strike="noStrike" kern="1200" baseline="0" noProof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with testers for a better understanding of defects in the product.</a:t>
                      </a:r>
                      <a:endParaRPr 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100" b="0" i="0" u="none" strike="noStrike" kern="1200" baseline="0" noProof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● </a:t>
                      </a:r>
                      <a:r>
                        <a:rPr lang="en-US" sz="1100" b="0" i="0" u="none" strike="noStrike" kern="1200" baseline="0" noProof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Followed Agile development methodology during the process.</a:t>
                      </a:r>
                    </a:p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altLang="ja-JP" sz="1100" b="1" kern="1200" dirty="0" smtClean="0"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Virtual </a:t>
                      </a:r>
                      <a:r>
                        <a:rPr lang="en-US" altLang="ja-JP" sz="1100" b="1" kern="1200" dirty="0" err="1" smtClean="0"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Counselling</a:t>
                      </a:r>
                      <a:r>
                        <a:rPr lang="en-US" altLang="ja-JP" sz="1100" b="1" kern="1200" dirty="0" smtClean="0"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– (</a:t>
                      </a:r>
                      <a:r>
                        <a:rPr lang="en-US" sz="1100" b="1" i="0" u="none" strike="noStrike" kern="1200" noProof="0" dirty="0" smtClean="0">
                          <a:solidFill>
                            <a:schemeClr val="tx1"/>
                          </a:solidFill>
                        </a:rPr>
                        <a:t>React JS, </a:t>
                      </a:r>
                      <a:r>
                        <a:rPr lang="en-US" sz="1100" b="1" i="0" u="none" strike="noStrike" kern="1200" noProof="0" dirty="0" err="1" smtClean="0">
                          <a:solidFill>
                            <a:schemeClr val="tx1"/>
                          </a:solidFill>
                        </a:rPr>
                        <a:t>Redux</a:t>
                      </a:r>
                      <a:r>
                        <a:rPr lang="en-US" sz="1100" b="1" i="0" u="none" strike="noStrike" kern="1200" noProof="0" dirty="0" smtClean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en-US" sz="1100" b="1" i="0" u="none" strike="noStrike" kern="1200" baseline="0" noProof="0" dirty="0" smtClean="0">
                          <a:solidFill>
                            <a:schemeClr val="tx1"/>
                          </a:solidFill>
                        </a:rPr>
                        <a:t> Material UI </a:t>
                      </a:r>
                      <a:r>
                        <a:rPr lang="en-US" sz="1100" b="1" i="0" u="none" strike="noStrike" kern="1200" noProof="0" dirty="0" smtClean="0">
                          <a:solidFill>
                            <a:schemeClr val="tx1"/>
                          </a:solidFill>
                        </a:rPr>
                        <a:t>–Client</a:t>
                      </a:r>
                      <a:r>
                        <a:rPr lang="en-US" sz="1100" b="1" i="0" u="none" strike="noStrike" kern="1200" baseline="0" noProof="0" dirty="0" smtClean="0">
                          <a:solidFill>
                            <a:schemeClr val="tx1"/>
                          </a:solidFill>
                        </a:rPr>
                        <a:t> :  Orchids International School</a:t>
                      </a:r>
                      <a:r>
                        <a:rPr lang="en-US" altLang="ja-JP" sz="1100" b="1" kern="1200" dirty="0" smtClean="0">
                          <a:solidFill>
                            <a:schemeClr val="tx1"/>
                          </a:solidFill>
                          <a:latin typeface="Verdana"/>
                          <a:ea typeface="Verdana"/>
                          <a:cs typeface="Verdana"/>
                        </a:rPr>
                        <a:t>)</a:t>
                      </a:r>
                      <a:endParaRPr lang="en-US" sz="11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6095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b="0" i="0" u="none" strike="noStrike" kern="1200" baseline="0" noProof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A web app that allows marketing executives to give a virtual marketing tour to the interested parents of potential future students.</a:t>
                      </a:r>
                      <a:endParaRPr lang="en-US" sz="110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  <a:p>
                      <a:pPr marL="0" marR="0" lvl="0" indent="0" algn="just" defTabSz="609570" rtl="0" eaLnBrk="0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Clr>
                          <a:srgbClr val="5D7B9A"/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ja-JP" sz="1100" b="0" kern="1200" baseline="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baseline="0" noProof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Responsibilities:</a:t>
                      </a:r>
                      <a:endParaRPr lang="en-US" sz="110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baseline="0" noProof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● Developed, tested and deployed functional user interfaces for various pages that included API calls, video display, state handling, etc.</a:t>
                      </a:r>
                      <a:endParaRPr lang="en-US" sz="110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baseline="0" noProof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● Setup </a:t>
                      </a:r>
                      <a:r>
                        <a:rPr lang="en-US" sz="1100" b="0" i="0" u="none" strike="noStrike" kern="1200" baseline="0" noProof="0" dirty="0" err="1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redux</a:t>
                      </a:r>
                      <a:r>
                        <a:rPr lang="en-US" sz="1100" b="0" i="0" u="none" strike="noStrike" kern="1200" baseline="0" noProof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 store to maintain global state application-wide.</a:t>
                      </a:r>
                      <a:endParaRPr lang="en-US" sz="110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baseline="0" noProof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● Coordinated </a:t>
                      </a:r>
                      <a:r>
                        <a:rPr lang="en-US" sz="1100" b="0" i="0" u="none" strike="noStrike" kern="1200" baseline="0" noProof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with testers for a better understanding of defects in the product.</a:t>
                      </a:r>
                      <a:endParaRPr lang="en-US" sz="1100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None/>
                      </a:pPr>
                      <a:r>
                        <a:rPr lang="en-US" sz="1100" b="0" i="0" u="none" strike="noStrike" kern="1200" baseline="0" noProof="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● Followed Agile development methodology during the process.</a:t>
                      </a:r>
                    </a:p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None/>
                      </a:pPr>
                      <a:endParaRPr lang="en-US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rgbClr val="3E9A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3E9A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E9A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531272">
                <a:tc>
                  <a:txBody>
                    <a:bodyPr/>
                    <a:lstStyle>
                      <a:lvl1pPr marL="0" algn="l" defTabSz="6095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1pPr>
                      <a:lvl2pPr marL="609570" algn="l" defTabSz="6095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2pPr>
                      <a:lvl3pPr marL="1219139" algn="l" defTabSz="6095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3pPr>
                      <a:lvl4pPr marL="1828709" algn="l" defTabSz="6095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4pPr>
                      <a:lvl5pPr marL="2438278" algn="l" defTabSz="6095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5pPr>
                      <a:lvl6pPr marL="3047848" algn="l" defTabSz="6095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6pPr>
                      <a:lvl7pPr marL="3657417" algn="l" defTabSz="6095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7pPr>
                      <a:lvl8pPr marL="4266987" algn="l" defTabSz="6095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8pPr>
                      <a:lvl9pPr marL="4876557" algn="l" defTabSz="609570" rtl="0" eaLnBrk="1" latinLnBrk="0" hangingPunct="1">
                        <a:defRPr sz="2400" kern="1200">
                          <a:solidFill>
                            <a:schemeClr val="dk1"/>
                          </a:solidFill>
                          <a:latin typeface="Verdana"/>
                        </a:defRPr>
                      </a:lvl9pPr>
                    </a:lstStyle>
                    <a:p>
                      <a:pPr marL="228600" marR="0" lvl="0" indent="-114300" algn="just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1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React </a:t>
                      </a:r>
                      <a:r>
                        <a:rPr lang="en-US" sz="11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JS</a:t>
                      </a:r>
                      <a:endParaRPr lang="en-US" sz="110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Verdana"/>
                        <a:ea typeface="Verdana"/>
                        <a:cs typeface="Verdana"/>
                      </a:endParaRPr>
                    </a:p>
                    <a:p>
                      <a:pPr marL="228600" marR="0" lvl="0" indent="-1143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028700" algn="l"/>
                        </a:tabLst>
                        <a:defRPr/>
                      </a:pPr>
                      <a:r>
                        <a:rPr lang="en-US" sz="11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JavaScript</a:t>
                      </a:r>
                      <a:endParaRPr kumimoji="0" lang="en-US" sz="110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Verdana"/>
                        <a:ea typeface="Verdana"/>
                        <a:cs typeface="Verdana"/>
                      </a:endParaRPr>
                    </a:p>
                    <a:p>
                      <a:pPr marL="228600" marR="0" lvl="0" indent="-1143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028700" algn="l"/>
                        </a:tabLst>
                        <a:defRPr/>
                      </a:pPr>
                      <a:r>
                        <a:rPr kumimoji="0" lang="en-US" sz="11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Bootstrap </a:t>
                      </a:r>
                      <a:r>
                        <a:rPr kumimoji="0" lang="en-US" sz="1100" u="none" strike="noStrike" kern="1200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&amp; </a:t>
                      </a:r>
                      <a:r>
                        <a:rPr kumimoji="0" lang="en-US" sz="110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Material UI</a:t>
                      </a:r>
                      <a:endParaRPr kumimoji="0" lang="en-US" sz="110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Verdana"/>
                        <a:ea typeface="Verdana"/>
                        <a:cs typeface="Verdana"/>
                      </a:endParaRPr>
                    </a:p>
                    <a:p>
                      <a:pPr marL="228600" marR="0" lvl="0" indent="-1143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  <a:tabLst>
                          <a:tab pos="1028700" algn="l"/>
                        </a:tabLst>
                        <a:defRPr/>
                      </a:pPr>
                      <a:r>
                        <a:rPr lang="en-US" sz="11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HTML</a:t>
                      </a:r>
                      <a:endParaRPr kumimoji="0" lang="en-US" sz="1100" u="none" strike="noStrike" kern="1200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Verdana"/>
                        <a:ea typeface="Verdana"/>
                        <a:cs typeface="Verdana"/>
                      </a:endParaRPr>
                    </a:p>
                    <a:p>
                      <a:pPr marL="228600" marR="0" lvl="0" indent="-114300" algn="l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kumimoji="0" lang="en-US" sz="11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Worked </a:t>
                      </a:r>
                      <a:r>
                        <a:rPr kumimoji="0" lang="en-US" sz="11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as a Front-end web developer working closely with Backend,</a:t>
                      </a:r>
                      <a:r>
                        <a:rPr lang="en-US" sz="11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 </a:t>
                      </a:r>
                      <a:r>
                        <a:rPr lang="en-US" sz="11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UX</a:t>
                      </a:r>
                      <a:r>
                        <a:rPr kumimoji="0" lang="en-US" sz="11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 </a:t>
                      </a:r>
                      <a:r>
                        <a:rPr kumimoji="0" lang="en-US" sz="11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Teams.</a:t>
                      </a:r>
                    </a:p>
                    <a:p>
                      <a:pPr marL="228600" marR="0" lvl="0" indent="-114300" algn="l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Verdana"/>
                        </a:rPr>
                        <a:t>Delivering projects as per release cycle.</a:t>
                      </a:r>
                      <a:endParaRPr kumimoji="0" lang="en-US" sz="11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</a:endParaRPr>
                    </a:p>
                    <a:p>
                      <a:pPr marL="228600" marR="0" lvl="0" indent="-114300" algn="l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</a:rPr>
                        <a:t>Career-oriented hardworking and ability to handle multiple tasks. </a:t>
                      </a:r>
                      <a:endParaRPr lang="en-US" sz="110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Verdana"/>
                        <a:ea typeface="Verdana"/>
                      </a:endParaRPr>
                    </a:p>
                    <a:p>
                      <a:pPr marL="0" marR="0" lvl="0" indent="0" algn="l" rtl="0" eaLnBrk="0" fontAlgn="auto" latinLnBrk="0" hangingPunct="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Clr>
                          <a:srgbClr val="5D7B9A"/>
                        </a:buClr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en-US" altLang="ja-JP" sz="1100" b="1" kern="1200" dirty="0" smtClean="0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EDUCATION </a:t>
                      </a:r>
                    </a:p>
                    <a:p>
                      <a:pPr marL="228600" marR="0" lvl="0" indent="-114300" algn="l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ja-JP" sz="11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BE [ECE], </a:t>
                      </a:r>
                      <a:r>
                        <a:rPr kumimoji="0" lang="en-US" altLang="ja-JP" sz="110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Visvesvaraya</a:t>
                      </a:r>
                      <a:r>
                        <a:rPr kumimoji="0" lang="en-US" altLang="ja-JP" sz="110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Verdana"/>
                          <a:ea typeface="Verdana"/>
                          <a:cs typeface="Verdana"/>
                        </a:rPr>
                        <a:t> Technological University.</a:t>
                      </a:r>
                      <a:endParaRPr lang="en-US" altLang="ja-JP" sz="110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/>
                        <a:ea typeface="Verdana"/>
                        <a:cs typeface="Verdana"/>
                      </a:endParaRPr>
                    </a:p>
                  </a:txBody>
                  <a:tcPr marL="0" marR="45720">
                    <a:lnL w="12700" cmpd="sng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3E9A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117475" indent="0" eaLnBrk="0" hangingPunct="0"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535355"/>
                        </a:buClr>
                      </a:pPr>
                      <a:endParaRPr lang="en-US" altLang="ja-JP" sz="900" b="0" dirty="0">
                        <a:solidFill>
                          <a:srgbClr val="333333"/>
                        </a:solidFill>
                        <a:latin typeface="+mn-lt"/>
                        <a:ea typeface="MS Mincho" pitchFamily="49" charset="-128"/>
                        <a:cs typeface="Arial"/>
                      </a:endParaRPr>
                    </a:p>
                  </a:txBody>
                  <a:tcPr marR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35091">
                <a:tc>
                  <a:txBody>
                    <a:bodyPr/>
                    <a:lstStyle/>
                    <a:p>
                      <a:pPr marL="285750" lvl="0" indent="-171450" algn="l" defTabSz="91440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  <a:tabLst>
                          <a:tab pos="1028700" algn="l"/>
                        </a:tabLst>
                        <a:defRPr/>
                      </a:pPr>
                      <a:endParaRPr kumimoji="0" lang="en-US" altLang="ja-JP" sz="1100" u="none" strike="noStrike" kern="1200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/>
                        <a:ea typeface="Verdana"/>
                        <a:cs typeface="Verdana"/>
                      </a:endParaRPr>
                    </a:p>
                  </a:txBody>
                  <a:tcPr marL="0" marR="45720">
                    <a:lnL w="12700" cmpd="sng">
                      <a:solidFill>
                        <a:srgbClr val="FFFFFF"/>
                      </a:solidFill>
                    </a:lnL>
                    <a:lnR w="9525" cap="flat" cmpd="sng" algn="ctr">
                      <a:solidFill>
                        <a:srgbClr val="3E9A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just" defTabSz="91440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400"/>
                        </a:spcAft>
                        <a:buNone/>
                        <a:tabLst>
                          <a:tab pos="457200" algn="l"/>
                        </a:tabLst>
                        <a:defRPr/>
                      </a:pPr>
                      <a:endParaRPr lang="en-US" altLang="ja-JP" sz="1100" b="0" kern="1200" dirty="0">
                        <a:solidFill>
                          <a:srgbClr val="44546A"/>
                        </a:solidFill>
                        <a:latin typeface="Verdana"/>
                        <a:ea typeface="Verdana"/>
                        <a:cs typeface="Verdana"/>
                      </a:endParaRPr>
                    </a:p>
                  </a:txBody>
                  <a:tcPr>
                    <a:lnL w="9525" cap="flat" cmpd="sng" algn="ctr">
                      <a:solidFill>
                        <a:srgbClr val="3E9A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9525" cap="flat" cmpd="sng" algn="ctr">
                      <a:solidFill>
                        <a:srgbClr val="3E9A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675892961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541417" y="742731"/>
            <a:ext cx="10100069" cy="60016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 eaLnBrk="0" fontAlgn="base" hangingPunct="0">
              <a:spcBef>
                <a:spcPct val="0"/>
              </a:spcBef>
              <a:buSzPct val="100000"/>
              <a:tabLst>
                <a:tab pos="1028700" algn="l"/>
              </a:tabLst>
              <a:defRPr/>
            </a:pPr>
            <a:r>
              <a:rPr lang="en-US" sz="1100" dirty="0">
                <a:solidFill>
                  <a:srgbClr val="44546A"/>
                </a:solidFill>
                <a:latin typeface="Verdana"/>
                <a:ea typeface="Verdana"/>
                <a:cs typeface="Verdana"/>
              </a:rPr>
              <a:t>I </a:t>
            </a:r>
            <a:r>
              <a:rPr lang="en-US" sz="1100" dirty="0" smtClean="0">
                <a:solidFill>
                  <a:srgbClr val="44546A"/>
                </a:solidFill>
                <a:latin typeface="Verdana"/>
                <a:ea typeface="Verdana"/>
                <a:cs typeface="Verdana"/>
              </a:rPr>
              <a:t>have 2.1 years </a:t>
            </a:r>
            <a:r>
              <a:rPr lang="en-US" sz="1100" dirty="0">
                <a:solidFill>
                  <a:srgbClr val="44546A"/>
                </a:solidFill>
                <a:latin typeface="Verdana"/>
                <a:ea typeface="Verdana"/>
                <a:cs typeface="Verdana"/>
              </a:rPr>
              <a:t>of experience in Information Technology as a UI/ Front End Developer. As part of my assignments, I </a:t>
            </a:r>
            <a:r>
              <a:rPr lang="en-US" sz="1100" dirty="0" smtClean="0">
                <a:solidFill>
                  <a:srgbClr val="44546A"/>
                </a:solidFill>
                <a:latin typeface="Verdana"/>
                <a:ea typeface="Verdana"/>
                <a:cs typeface="Verdana"/>
              </a:rPr>
              <a:t>have developed user-facing web application pages.</a:t>
            </a:r>
            <a:endParaRPr lang="en-US" sz="1100" dirty="0">
              <a:solidFill>
                <a:srgbClr val="44546A"/>
              </a:solidFill>
              <a:latin typeface="Verdana"/>
              <a:ea typeface="Verdana"/>
              <a:cs typeface="Verdana"/>
            </a:endParaRPr>
          </a:p>
          <a:p>
            <a:pPr algn="just">
              <a:spcBef>
                <a:spcPct val="0"/>
              </a:spcBef>
              <a:tabLst>
                <a:tab pos="1028700" algn="l"/>
              </a:tabLst>
              <a:defRPr/>
            </a:pPr>
            <a:r>
              <a:rPr lang="en-US" sz="1100" dirty="0">
                <a:solidFill>
                  <a:srgbClr val="44546A"/>
                </a:solidFill>
                <a:latin typeface="Verdana"/>
                <a:ea typeface="Verdana"/>
              </a:rPr>
              <a:t>During my experience I have gained expertise </a:t>
            </a:r>
            <a:r>
              <a:rPr lang="en-US" sz="1100" dirty="0" smtClean="0">
                <a:solidFill>
                  <a:srgbClr val="44546A"/>
                </a:solidFill>
                <a:latin typeface="Verdana"/>
                <a:ea typeface="Verdana"/>
              </a:rPr>
              <a:t>in  </a:t>
            </a:r>
            <a:r>
              <a:rPr lang="en-US" sz="1100" dirty="0">
                <a:solidFill>
                  <a:srgbClr val="44546A"/>
                </a:solidFill>
                <a:latin typeface="Verdana"/>
                <a:ea typeface="Verdana"/>
              </a:rPr>
              <a:t>React </a:t>
            </a:r>
            <a:r>
              <a:rPr lang="en-US" sz="1100" dirty="0" smtClean="0">
                <a:solidFill>
                  <a:srgbClr val="44546A"/>
                </a:solidFill>
                <a:latin typeface="Verdana"/>
                <a:ea typeface="Verdana"/>
              </a:rPr>
              <a:t>JS, </a:t>
            </a:r>
            <a:r>
              <a:rPr lang="en-US" sz="1100" dirty="0">
                <a:solidFill>
                  <a:srgbClr val="44546A"/>
                </a:solidFill>
                <a:latin typeface="Verdana"/>
                <a:ea typeface="Verdana"/>
              </a:rPr>
              <a:t>Redux, Bootstrap, </a:t>
            </a:r>
            <a:r>
              <a:rPr lang="en-US" sz="1100" dirty="0" err="1" smtClean="0">
                <a:solidFill>
                  <a:srgbClr val="44546A"/>
                </a:solidFill>
                <a:latin typeface="Verdana"/>
                <a:ea typeface="Verdana"/>
              </a:rPr>
              <a:t>MaterialUI</a:t>
            </a:r>
            <a:r>
              <a:rPr lang="en-US" sz="1100" dirty="0" smtClean="0">
                <a:solidFill>
                  <a:srgbClr val="44546A"/>
                </a:solidFill>
                <a:latin typeface="Verdana"/>
                <a:ea typeface="Verdana"/>
              </a:rPr>
              <a:t>, </a:t>
            </a:r>
            <a:r>
              <a:rPr lang="en-US" sz="1100" dirty="0">
                <a:solidFill>
                  <a:srgbClr val="44546A"/>
                </a:solidFill>
                <a:latin typeface="Verdana"/>
                <a:ea typeface="Verdana"/>
              </a:rPr>
              <a:t>JavaScript, </a:t>
            </a:r>
            <a:r>
              <a:rPr lang="en-US" sz="1100" dirty="0" smtClean="0">
                <a:solidFill>
                  <a:srgbClr val="44546A"/>
                </a:solidFill>
                <a:latin typeface="Verdana"/>
                <a:ea typeface="Verdana"/>
              </a:rPr>
              <a:t>HTML.</a:t>
            </a:r>
            <a:endParaRPr lang="en-US" sz="1100" dirty="0">
              <a:solidFill>
                <a:srgbClr val="44546A"/>
              </a:solidFill>
              <a:latin typeface="Verdana"/>
              <a:ea typeface="Verdana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="" xmlns:a16="http://schemas.microsoft.com/office/drawing/2014/main" id="{A1641B20-DFE0-4A57-9C44-E852EF26132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4576" y="721142"/>
            <a:ext cx="758698" cy="973112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560945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4683</TotalTime>
  <Words>279</Words>
  <Application>Microsoft Office PowerPoint</Application>
  <PresentationFormat>Custom</PresentationFormat>
  <Paragraphs>31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J Adithya Bhat:</vt:lpstr>
    </vt:vector>
  </TitlesOfParts>
  <Company>Cognizant Technology Solutions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Niloy Sengupta– Business Relationship &amp; Program Manager</dc:title>
  <dc:creator>Cognizant Technology Solutions</dc:creator>
  <cp:lastModifiedBy>ACER</cp:lastModifiedBy>
  <cp:revision>492</cp:revision>
  <dcterms:created xsi:type="dcterms:W3CDTF">2016-09-09T11:32:47Z</dcterms:created>
  <dcterms:modified xsi:type="dcterms:W3CDTF">2021-05-12T13:08:52Z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aa11a148-0229-4c80-9f1c-a2845cff7ef7</vt:lpwstr>
  </property>
  <property fmtid="{D5CDD505-2E9C-101B-9397-08002B2CF9AE}" pid="3" name="AllyClassification">
    <vt:lpwstr>PR</vt:lpwstr>
  </property>
</Properties>
</file>